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90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3525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360 Café and Outlet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59080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 Multi-Vendor E-Commerce Solution for Local </a:t>
            </a:r>
            <a:r>
              <a:rPr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Market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04825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Supervisor: Bilal Ur Rehman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Department of Computer Science, University of Turbat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114800"/>
            <a:ext cx="3555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Adnan Imam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1108137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317950" y="4114800"/>
            <a:ext cx="3555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Baloch Khan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1108169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064400" y="4114800"/>
            <a:ext cx="35560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Fahad Rahim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1107430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5619750" y="2562225"/>
            <a:ext cx="952500" cy="5715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95275" y="2905125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&amp; Project Scope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1052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b="0" i="0" lang="en-US" sz="1500" u="none" cap="none" strike="noStrike">
                <a:solidFill>
                  <a:srgbClr val="FF5722"/>
                </a:solidFill>
                <a:latin typeface="Lato"/>
                <a:ea typeface="Lato"/>
                <a:cs typeface="Lato"/>
                <a:sym typeface="Lato"/>
              </a:rPr>
              <a:t>Modernizing the traditional </a:t>
            </a:r>
            <a:r>
              <a:rPr lang="en-US" sz="1500">
                <a:solidFill>
                  <a:srgbClr val="FF5722"/>
                </a:solidFill>
                <a:latin typeface="Lato"/>
                <a:ea typeface="Lato"/>
                <a:cs typeface="Lato"/>
                <a:sym typeface="Lato"/>
              </a:rPr>
              <a:t>cafe and outlets</a:t>
            </a:r>
            <a:r>
              <a:rPr b="0" i="0" lang="en-US" sz="1500" u="none" cap="none" strike="noStrike">
                <a:solidFill>
                  <a:srgbClr val="FF5722"/>
                </a:solidFill>
                <a:latin typeface="Lato"/>
                <a:ea typeface="Lato"/>
                <a:cs typeface="Lato"/>
                <a:sym typeface="Lato"/>
              </a:rPr>
              <a:t> experience through a mobile-first ecosystem</a:t>
            </a:r>
            <a:endParaRPr>
              <a:solidFill>
                <a:srgbClr val="FF572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Digital Transformation in Turbat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2738437"/>
            <a:ext cx="5238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360 Café and Outlets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a strategic digital initiative engineered to modernize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Citizens of Turbat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500437"/>
            <a:ext cx="52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replacing archaic manual ordering with a unified platform, the system bridges the operational gap between hungry customers and busy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small business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vendors.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45481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Leveraging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Microservices Architecture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the platform offers a seamless, cashless, and highly efficient ordering experience.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5743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35743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357437"/>
            <a:ext cx="3492549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The "Rush Hour" Bottleneck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84236" y="3548062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Manual Queuing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4071937"/>
            <a:ext cx="27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Significant time wasted in lines during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peak hours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leading to crowding and stress.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62535" y="3548062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Inventory Gaps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30799" y="4071937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Informal ordering lacks real-time stock sync; customers often order items that are out of stock.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440835" y="3548062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Lack of Records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09099" y="4071937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Traditional methods lack financial transparency and data-driven insights for small vendors.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8336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300" y="283368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93324" y="2833687"/>
            <a:ext cx="3619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Strategic Core Objectives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428750" y="2957512"/>
            <a:ext cx="1019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Operational Optimization: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Distribute order flow digitally to mitigate rush-hour bottlenecks in kitchens.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428750" y="3481387"/>
            <a:ext cx="1019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Financial Transparency: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Transition vendors from intuition-based to data-driven decision making via KPI tracking.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428750" y="4005262"/>
            <a:ext cx="1019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Scalable Infrastructure: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Architect a city-wide foundation capable of handling hundreds of concurrent users.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428750" y="4529137"/>
            <a:ext cx="10191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 Convenience: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Provide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 Citizens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with real-time menu browsing and transparent order tracking.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29956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519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043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567237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762000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3-Tier Architecture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27527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Presentation Tier: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Flutter-based Customer App &amp; Shop Owner Dashboard.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36576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Application Tier: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Node.js Microservices (Auth, Shop, Product, Order) managed via API Gateway.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45624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Tier: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PostgreSQL for transactional reliability and Cloudinary for optimized media delivery.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Modern Technology Stack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482601" y="4433887"/>
            <a:ext cx="37337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Flutter 3.x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4900612"/>
            <a:ext cx="3555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Cross-platform UI development for Android/iOS with Provider state management.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4229051" y="4433887"/>
            <a:ext cx="37337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Node.js &amp; Postgres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317950" y="4900612"/>
            <a:ext cx="3555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Event-driven runtime with ACID-compliant relational database for data integrity.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975498" y="4433887"/>
            <a:ext cx="373390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Socket.io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064400" y="4900612"/>
            <a:ext cx="35560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Persistent bi-directional WebSocket communication for instant order alerts.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9762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909762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909762"/>
            <a:ext cx="3556099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The Unified Ecosystem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265271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5722"/>
                </a:solidFill>
                <a:latin typeface="Poppins"/>
                <a:ea typeface="Poppins"/>
                <a:cs typeface="Poppins"/>
                <a:sym typeface="Poppins"/>
              </a:rPr>
              <a:t>Customer Mobility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311943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Google Sign-In, Smart Discovery, Persistent Cart, and Real-time Tracking ensure a frictionless "Order-to-Fulfillment" journey.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39766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5722"/>
                </a:solidFill>
                <a:latin typeface="Poppins"/>
                <a:ea typeface="Poppins"/>
                <a:cs typeface="Poppins"/>
                <a:sym typeface="Poppins"/>
              </a:rPr>
              <a:t>Vendor Command Center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44434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Live Kitchen Feed, Master Shop Toggle, and Dynamic Menu Engineering empower non-technical shop owners.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00337"/>
            <a:ext cx="133350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4312"/>
            <a:ext cx="152400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System Performance &amp; Impact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3076575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FF5722"/>
                </a:solidFill>
                <a:latin typeface="Poppins"/>
                <a:ea typeface="Poppins"/>
                <a:cs typeface="Poppins"/>
                <a:sym typeface="Poppins"/>
              </a:rPr>
              <a:t>40%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4505325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Average Wait Time Reduction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286500" y="279082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Efficiency Benchmarks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286500" y="3257550"/>
            <a:ext cx="5334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Optimized API payloads (JSON) and Cloudinary media transformations ensure the app loads in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 2 seconds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even on 3G networks.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286500" y="43053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 containerization allows for sub-minute disaster recovery and seamless horizontal scaling.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Problem Solving &amp; Resilience</a:t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317182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Real-Time Sync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363855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Challenge: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Immediate order visibility without refreshing.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Implemented Socket.io with a "Hybrid Sync" mechanism to handle intermittent internet drops.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6381750" y="317182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Digital Literacy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381750" y="363855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Challenge: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Intimidating complex dashboards for vendors.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Relentless UI simplification, using large color-coded action buttons and intuitive linear flows.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/>
        </p:nvSpPr>
        <p:spPr>
          <a:xfrm>
            <a:off x="295275" y="1862137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71500" y="30622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v2.0 Roadmap: Integrated E-Wallets, AI Personalization, and Rider Delivery Network.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571500" y="41862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Adnan Imam | Baloch Khan | Fahad Rahim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46148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University of Turbat - January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